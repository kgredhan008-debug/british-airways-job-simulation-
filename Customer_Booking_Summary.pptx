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for Proactive Customer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1800"/>
            </a:pPr>
            <a:r>
              <a:t>Objective: </a:t>
            </a:r>
            <a:r>
              <a:rPr b="0"/>
              <a:t>Transition from reactive to proactive targeting by predicting holiday booking likelihood.</a:t>
            </a:r>
          </a:p>
          <a:p>
            <a:pPr>
              <a:defRPr b="1" sz="1800"/>
            </a:pPr>
            <a:r>
              <a:t>Data &amp; Methodology:</a:t>
            </a:r>
          </a:p>
          <a:p>
            <a:pPr lvl="1">
              <a:defRPr sz="1600"/>
            </a:pPr>
            <a:r>
              <a:t>Processed 50,000 records, handled 85/15 class imbalance via class-weighting, and trained a highly interpretable Random Forest Classifier.</a:t>
            </a:r>
          </a:p>
          <a:p>
            <a:pPr>
              <a:defRPr b="1" sz="1800"/>
            </a:pPr>
            <a:r>
              <a:t>Key Findings &amp; Performance:</a:t>
            </a:r>
          </a:p>
          <a:p>
            <a:pPr lvl="1">
              <a:defRPr sz="1600"/>
            </a:pPr>
            <a:r>
              <a:t>Solid Predictive Power: 0.775 ROC-AUC Score (differentiates buyers vs. browsers significantly better than random chance).</a:t>
            </a:r>
          </a:p>
          <a:p>
            <a:pPr lvl="1">
              <a:defRPr sz="1600"/>
            </a:pPr>
            <a:r>
              <a:t>Top Conversion Drivers: Purchase Lead Time (~17%), Route &amp; Origin (~30% combined), Schedule/Length of Stay (~25% combined).</a:t>
            </a:r>
          </a:p>
          <a:p>
            <a:pPr>
              <a:defRPr b="1" sz="1800"/>
            </a:pPr>
            <a:r>
              <a:t>Actionable Insight:</a:t>
            </a:r>
          </a:p>
          <a:p>
            <a:pPr lvl="1">
              <a:defRPr sz="1600"/>
            </a:pPr>
            <a:r>
              <a:t>Add-ons (extra baggage, preferred seating, meals) contribute &lt;2% to predictive power. Marketing campaigns should focus entirely on WHEN a customer books and WHERE they are going, rather than in-flight preferences.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